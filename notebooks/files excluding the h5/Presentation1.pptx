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A5EE"/>
    <a:srgbClr val="1582E5"/>
    <a:srgbClr val="1197E9"/>
    <a:srgbClr val="1F9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324" y="-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CF2E-FE57-4E0F-9588-54DB36F6A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D1EFE-0ED5-4F46-8F52-A62D94675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133CB-8AC1-4A64-A27E-2F8A4E27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EB5DB-CEC6-4DAA-871E-E8A37799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5E5A-3E20-470E-9844-ECD947D1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054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542D-60E7-4B21-9178-E2602B2A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AF8FF-471E-490F-81CE-03BC23AD6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6181A-E231-4D67-B361-0A40E424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CF666-2DDC-4661-95F8-7B52B011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B0842-0CCC-4BA1-8B97-DF3A4599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3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AF4E-D7F2-41F0-AA01-EA92BB1D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4799-2653-4AB6-A7E4-B4BBE32A2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048E5-F649-4AD7-B8C9-62DDE311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522FC-AF6F-4740-BE71-8E29265F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2366C-6427-4021-B7E5-82D6AA0B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217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2970-5D88-4F22-A0E3-CA2D2F8F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60F91-0810-4F50-A61F-1367E8ED3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1BA76-9228-4496-ADEF-FD7F58819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92136-AB45-471D-911F-98B48C1F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313B0-C745-4B69-B97E-2447C186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637B9-B5AC-49CB-803B-265A1AA4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777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4005-D71F-4DE5-BBC9-2D068A5A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05B1E-6265-484C-BCCF-0AC29F3E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8F7B6-AE6B-4E51-A1A5-F82F7BFDB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3CB5A-FB6F-4C6C-BCE4-FB9C912B4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7B1BC-2ABB-4D06-B56C-3385BF4BB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C7E79-1381-4008-95E7-9692DF7C8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E9EDC-52A7-4A96-8448-59918BCF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F1FB0-99D9-4223-8250-A21EA5F2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816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487E-4DCD-44AF-9A3D-2186E314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34E9A-AE3F-4F97-A14E-BDE9F5A3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F05F7-9938-4A4D-A8F8-E32E89DC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AA1C9-B561-4C15-AFAA-400A2566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136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00CF9-352F-484D-9AA9-0FACA922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10853-8249-4275-BBD7-2F3C5A45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2735C-BB8A-4782-8218-A1D91B1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21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8FFF-5F25-4807-977A-B8C98CBD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1FDA9-8B2B-474B-B1C9-DCA9F0F58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33A2B-03FE-4990-9595-BBFB84E01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AF1B3-94B9-46C6-9213-6AAA0EDE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24952-924D-4A1E-8E7F-EEECD66F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2A0C7-7056-495B-B687-5063D329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157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372A-0070-4EC1-A4C4-4B14037B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F550A-49F6-49F1-AA35-EB302F760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1197A-2121-4130-B697-E947262CA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D12F0-8D82-4372-A787-EA60922B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527AF-9BA6-4B6F-BD8E-D01E71BB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0CDA3-2366-4B35-AF31-97897163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780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6808-D420-4019-91C8-4D84F47C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9D85D-873F-4DC1-843B-61796FD3E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D60B7-E19D-4CD0-95CE-F6FA4F99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7D0D1-BF19-42A7-A000-EB8BE6AEF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B400F-52B7-4043-B08E-94C74C81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097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833F2-74C7-49E6-966A-8B3E0806B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D2068-62D4-4026-B453-269C1E0A4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47504-ACB9-40C1-BB1F-BB525E9F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542F-02D9-43D6-9F7A-F3990851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6EB13-AB75-4838-9496-3453F6BD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94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4F840-EA4B-435C-A968-4D71152E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FF65D-368C-4BE5-B1B0-4ED915B2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AC85-E335-4EBF-8637-32D49BFFB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97161-9E2A-4741-AC4C-C08BBD3D0340}" type="datetimeFigureOut">
              <a:rPr lang="en-SG" smtClean="0"/>
              <a:t>13/3/2022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8EEC2-999A-4BC0-805D-E9E2D4D4A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EBA91-2518-4F4D-A85D-D4FD3558A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65746-71EC-41A2-A0C8-6EA3606397B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790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E2F0B0-D64B-40DE-BF06-5253AB7BB945}"/>
              </a:ext>
            </a:extLst>
          </p:cNvPr>
          <p:cNvSpPr txBox="1"/>
          <p:nvPr/>
        </p:nvSpPr>
        <p:spPr>
          <a:xfrm>
            <a:off x="3048000" y="3244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  <a:p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F0A64F-FF02-4432-B1D0-4431CDFD7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327" y="1537256"/>
            <a:ext cx="2865346" cy="28653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5CF037-65F3-48FF-AADD-DEA2322785CC}"/>
              </a:ext>
            </a:extLst>
          </p:cNvPr>
          <p:cNvSpPr txBox="1"/>
          <p:nvPr/>
        </p:nvSpPr>
        <p:spPr>
          <a:xfrm>
            <a:off x="4282440" y="4674413"/>
            <a:ext cx="362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Choose File</a:t>
            </a:r>
          </a:p>
        </p:txBody>
      </p:sp>
    </p:spTree>
    <p:extLst>
      <p:ext uri="{BB962C8B-B14F-4D97-AF65-F5344CB8AC3E}">
        <p14:creationId xmlns:p14="http://schemas.microsoft.com/office/powerpoint/2010/main" val="242335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E2F0B0-D64B-40DE-BF06-5253AB7BB945}"/>
              </a:ext>
            </a:extLst>
          </p:cNvPr>
          <p:cNvSpPr txBox="1"/>
          <p:nvPr/>
        </p:nvSpPr>
        <p:spPr>
          <a:xfrm>
            <a:off x="3048000" y="3244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  <a:p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5CF037-65F3-48FF-AADD-DEA2322785CC}"/>
              </a:ext>
            </a:extLst>
          </p:cNvPr>
          <p:cNvSpPr txBox="1"/>
          <p:nvPr/>
        </p:nvSpPr>
        <p:spPr>
          <a:xfrm>
            <a:off x="4282440" y="4674413"/>
            <a:ext cx="362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Choose File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DE203B-F1A8-4575-BBFD-56A0C8037EDD}"/>
              </a:ext>
            </a:extLst>
          </p:cNvPr>
          <p:cNvSpPr/>
          <p:nvPr/>
        </p:nvSpPr>
        <p:spPr>
          <a:xfrm>
            <a:off x="1295400" y="969433"/>
            <a:ext cx="2277533" cy="910167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2D4A2F-CD14-4A3D-B754-5E8EB97BB0EB}"/>
              </a:ext>
            </a:extLst>
          </p:cNvPr>
          <p:cNvSpPr/>
          <p:nvPr/>
        </p:nvSpPr>
        <p:spPr>
          <a:xfrm>
            <a:off x="1295399" y="3112415"/>
            <a:ext cx="2277533" cy="910167"/>
          </a:xfrm>
          <a:prstGeom prst="roundRect">
            <a:avLst/>
          </a:prstGeom>
          <a:solidFill>
            <a:srgbClr val="1582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       Submit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C3C32D-B22E-44A8-BFA6-94E5EB8ED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128" y="1205705"/>
            <a:ext cx="437621" cy="4376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4E0C11-CDE1-4868-9566-3CF3A1302A1D}"/>
              </a:ext>
            </a:extLst>
          </p:cNvPr>
          <p:cNvSpPr txBox="1"/>
          <p:nvPr/>
        </p:nvSpPr>
        <p:spPr>
          <a:xfrm>
            <a:off x="1828749" y="1239849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Choose Image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62B6FB-BE80-4C09-A32A-5E2B06732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14" y="3318955"/>
            <a:ext cx="497085" cy="49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91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B517AE-5971-4ABF-9EB3-6B02691D70C0}"/>
              </a:ext>
            </a:extLst>
          </p:cNvPr>
          <p:cNvSpPr/>
          <p:nvPr/>
        </p:nvSpPr>
        <p:spPr>
          <a:xfrm>
            <a:off x="3544186" y="2169042"/>
            <a:ext cx="3473302" cy="125995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821028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C08537-2B11-432D-A22F-09295D702C5C}"/>
              </a:ext>
            </a:extLst>
          </p:cNvPr>
          <p:cNvSpPr/>
          <p:nvPr/>
        </p:nvSpPr>
        <p:spPr>
          <a:xfrm>
            <a:off x="1662641" y="2842447"/>
            <a:ext cx="3341160" cy="2271713"/>
          </a:xfrm>
          <a:prstGeom prst="roundRect">
            <a:avLst/>
          </a:prstGeom>
          <a:noFill/>
          <a:ln w="28575">
            <a:solidFill>
              <a:srgbClr val="02A5E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125F8-A0C8-4BF5-9653-9DBCC68C3891}"/>
              </a:ext>
            </a:extLst>
          </p:cNvPr>
          <p:cNvSpPr txBox="1"/>
          <p:nvPr/>
        </p:nvSpPr>
        <p:spPr>
          <a:xfrm>
            <a:off x="2557849" y="4194641"/>
            <a:ext cx="155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70C0"/>
                </a:solidFill>
                <a:latin typeface="Berlin Sans FB" panose="020E0602020502020306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AI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641392-AC0C-44F4-B38A-E90335EA7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789" y="3506194"/>
            <a:ext cx="664860" cy="68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03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1122-7646-4407-B238-5585DE617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>
                <a:solidFill>
                  <a:srgbClr val="0070C0"/>
                </a:solidFill>
                <a:latin typeface="Arial Black" panose="020B0A04020102020204" pitchFamily="34" charset="0"/>
              </a:rPr>
              <a:t>1234</a:t>
            </a:r>
            <a:r>
              <a:rPr lang="en-SG" dirty="0">
                <a:latin typeface="Arial Black" panose="020B0A04020102020204" pitchFamily="34" charset="0"/>
              </a:rPr>
              <a:t>56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A7F6A-4044-4116-B47D-A3669FEFE7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35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12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Berlin Sans FB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123456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huangsikai8@outlook.com</dc:creator>
  <cp:lastModifiedBy>huangsikai8@outlook.com</cp:lastModifiedBy>
  <cp:revision>1</cp:revision>
  <dcterms:created xsi:type="dcterms:W3CDTF">2022-03-13T15:39:13Z</dcterms:created>
  <dcterms:modified xsi:type="dcterms:W3CDTF">2022-03-13T19:27:04Z</dcterms:modified>
</cp:coreProperties>
</file>